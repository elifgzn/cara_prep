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28D3D-D898-FB73-B58C-ECE1EAEEC9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86BC7-5FB3-11F7-50F9-4612879465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7663D-5378-B94B-F7B4-2B49C453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B7F1-EE18-448C-8B52-606843462EC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8ED23-53EA-011D-9D2B-688F5384A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4FB99-89CC-6A3E-DD4C-AEF2E49B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EA9F7-5E66-4F55-A68D-72AD86893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9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1A0F8-6F30-B303-C26D-B3FA27BA1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6BF6D-B5DA-A4ED-CEC2-C21466386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79B5D-A9AA-A8F0-E35A-418DA0AEA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B7F1-EE18-448C-8B52-606843462EC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E5797-A50F-AE28-AF04-2E6340C6E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23C69-ECF8-FE14-4E0D-096620EBF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EA9F7-5E66-4F55-A68D-72AD86893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4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9183A-A297-87BB-E8BE-69A99A354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7A705-A6C4-0E65-D8AF-D8A17CF9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5FBFB-C5B9-EF16-0516-BA2B5136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B7F1-EE18-448C-8B52-606843462EC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72D2B-7871-3268-DD0D-E75A14573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2E71B-4C1B-6D7E-7E4F-E9576D323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EA9F7-5E66-4F55-A68D-72AD86893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3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0DDFF-BC70-BB18-9C04-71F7B6FEB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DB8C8-595B-C449-EE0A-5B98EDFD89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407DE6-2E18-FC33-E0CF-36E93497C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879D47-6E65-9D02-43D5-6D822A7F4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B7F1-EE18-448C-8B52-606843462EC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04E20-38B6-695D-3E13-A9773718C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A1B88-D1FA-25CA-5B11-80FA8987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EA9F7-5E66-4F55-A68D-72AD86893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4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6294-F4A4-8D54-DD07-2B013D10B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93D89-9B8D-6F18-906E-4EADD83A4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282AC-4031-B6A5-4039-59D537A860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715F74-3AC4-EEC4-8ED6-3284C4D3F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3FC11-7639-179B-C2FE-F6B7065A70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B6AFCA-860C-10D3-3542-840F2B328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B7F1-EE18-448C-8B52-606843462EC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766580-B05C-9319-DF60-347C7E4B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D7F2C2-E069-450D-A8EB-C15E1F39A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EA9F7-5E66-4F55-A68D-72AD86893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01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F5A1-8A22-B28E-EC6E-753F26BA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6443E0-BE66-6F87-64A7-F1EBD296C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B7F1-EE18-448C-8B52-606843462EC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A1A4C-99EB-74CC-E240-CEC860A87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31DD13-E248-7C0E-A0A3-66B11232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EA9F7-5E66-4F55-A68D-72AD86893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782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5568D-8017-5098-ED96-C2B6D0C06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B7F1-EE18-448C-8B52-606843462EC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63A9A6-9F85-829B-3C0D-E634CE59D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7714A-9F25-0640-9721-AD9CF2AF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EA9F7-5E66-4F55-A68D-72AD86893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E7527-F825-3969-38D1-99E07F2BD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0128E-C656-2260-4EF1-D35CB4D8E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C885C-A150-0663-613E-5B068EA68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8E1FC-B64D-B1FB-40F8-61CED3B2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B7F1-EE18-448C-8B52-606843462EC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56525-C7C2-DB7A-4EDD-DCCEDC0D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47E37-3207-E12B-2FE5-60DF657E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EA9F7-5E66-4F55-A68D-72AD86893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9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BF64-7E03-F72D-51A1-65FAF1BDD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E6F65F-334F-7D9D-87B0-17F0C94B6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78529-F1DC-E4B1-2441-5DE87DA06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F55E2-596A-67DB-9AA9-FD4BFA8BB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B7F1-EE18-448C-8B52-606843462EC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EA24AA-BDBC-EA86-2AE2-CD742E490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50197-777C-7834-F03B-284E1260D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EA9F7-5E66-4F55-A68D-72AD86893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036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58675-69B9-0EB7-B787-2862C55C8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D1E38-2B01-2671-A9B3-30DE64DA9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22FA8-A490-10B2-6BD4-2984A2338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B7F1-EE18-448C-8B52-606843462EC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1D827-B4C4-8EC0-F7F2-0F177FF8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68C09-2C26-A3D9-016F-ADDA3F73A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EA9F7-5E66-4F55-A68D-72AD86893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15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A1D07-9D9B-C874-B27D-D9CA944F2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F04229-C4A9-62A1-A04A-2A3F2618B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27080-6F6E-7612-D1D6-423D15C19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9B7F1-EE18-448C-8B52-606843462EC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0B48C-A584-5D94-9C20-77EF95AEC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08A69-9581-E1B5-3BAF-B6DCF7A7A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EA9F7-5E66-4F55-A68D-72AD86893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93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7D817-25E6-CCC4-8436-6C22201F4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99A94-B41F-5FD3-F2D8-193816B54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E2B03-6F7C-A21C-788E-C82FCF029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9B7F1-EE18-448C-8B52-606843462EC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EAFCD-B39C-4E1A-A871-12C53B7F9F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A3508-D18D-C126-3477-2AE68415A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EA9F7-5E66-4F55-A68D-72AD86893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73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0C19CF0-B0FF-2624-3127-BE5E04C27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428" y="0"/>
            <a:ext cx="102831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99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Gezen, Elif</dc:creator>
  <cp:lastModifiedBy>Gezen, Elif</cp:lastModifiedBy>
  <cp:revision>1</cp:revision>
  <dcterms:created xsi:type="dcterms:W3CDTF">2025-12-01T13:43:57Z</dcterms:created>
  <dcterms:modified xsi:type="dcterms:W3CDTF">2025-12-01T13:45:54Z</dcterms:modified>
</cp:coreProperties>
</file>